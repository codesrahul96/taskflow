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CO7201 Individual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217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Yet Another
</a:t>
            </a:r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</a:rPr>
              <a:t>To-Do-List &amp; Task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</a:rPr>
              <a:t>Management App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Kollimarla Sri Vaishnavi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sk1125@student.le.ac.uk  |  249058853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Supervisor: Dr Karim Mualla  |  Marker: Dr Yann Savoye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&amp; Project Aim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The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Task apps (Todoist, Trello)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Let you list tasks &amp; set due dates — but don't help you plan WHEN to do them.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Calendar apps (Google Calendar)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Track events &amp; appointments — but offer no help managing multi-step tasks.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result: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Users mentally bridge the gap themselves → missed deadlines, unbalanced workloads.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The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 unified system that integrates: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⏱ Time-Block Scheduling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Reserve actual slots for task work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Full Task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Tasks, subtasks, priorities, labels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📅 Calendar Visualisation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See commitments &amp; planned work in one view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👥 Collaboration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Assign tasks, comments,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Makes It Different?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79476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This App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Todoist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Google Cal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Trello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Task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Time-Block Scheduling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⚠️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Calendar View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⚠️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Subtasks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Guest / Offline 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Collaboration + Audit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⚠️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PWA / Installable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Technical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384048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React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React Router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Context API / Redux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React Big Calendar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react-beautiful-dnd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1920240" cy="384048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14400"/>
            <a:ext cx="192024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417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Express.js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RESTful APIs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JWT Authentication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3246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Express Middleware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1920240" cy="384048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914400"/>
            <a:ext cx="192024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417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MongoDB (local)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Mongoose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Users, Tasks, Subtasks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TimeBlocks, AuditTrail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246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Comments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914400"/>
            <a:ext cx="1920240" cy="3840480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914400"/>
            <a:ext cx="19202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1417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Guest Mode (localStorage)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PWA (service worker)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Collaboration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3246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Drag &amp; Drop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Development Approach: Agile Iterative 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1097280"/>
          </a:xfrm>
          <a:prstGeom prst="ellipse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Understand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60020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051560"/>
            <a:ext cx="1097280" cy="10972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5740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Develop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Feature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05156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Feature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160020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051560"/>
            <a:ext cx="1097280" cy="10972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4068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Fix Bugs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&amp; Flows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60020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051560"/>
            <a:ext cx="1097280" cy="10972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3232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Move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Next Feature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↻  Iterative Loop — each phase repeats until the requirement is satisfied before progressing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749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Rapid feedback cycles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37490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3749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Continuous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3749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Bugs caught early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37490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66560" y="3749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Feature-by-feature delivery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Development Plan: 9-Week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94944"/>
          </a:xfrm>
          <a:prstGeom prst="rect">
            <a:avLst/>
          </a:prstGeom>
          <a:solidFill>
            <a:srgbClr val="1E3A5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6949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509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Weeks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0241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MongoDB setup · Initial UI screens · Authentication development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35240" y="10607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060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694944"/>
          </a:xfrm>
          <a:prstGeom prst="rect">
            <a:avLst/>
          </a:prstGeom>
          <a:solidFill>
            <a:srgbClr val="1E3A5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37360"/>
            <a:ext cx="137160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73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Weeks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18470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Time Block Scheduling · Calendar Integration · Validation Logic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188366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18836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694944"/>
          </a:xfrm>
          <a:prstGeom prst="rect">
            <a:avLst/>
          </a:prstGeom>
          <a:solidFill>
            <a:srgbClr val="1E3A5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137160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96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907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Weeks 5–6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267004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Authentication enhancements · Audit Trail · Collaboration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70662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4B5563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27066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UPCOMING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8595360" cy="694944"/>
          </a:xfrm>
          <a:prstGeom prst="rect">
            <a:avLst/>
          </a:prstGeom>
          <a:solidFill>
            <a:srgbClr val="1E3A5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83280"/>
            <a:ext cx="137160" cy="69494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198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Weeks 7–8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91640" y="349300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Guest Mode · Drag &amp; Drop · PWA · Testing &amp; Documentation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352958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4B5563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35295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UPCOMING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694944"/>
          </a:xfrm>
          <a:prstGeom prst="rect">
            <a:avLst/>
          </a:prstGeom>
          <a:solidFill>
            <a:srgbClr val="1E3A5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206240"/>
            <a:ext cx="13716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428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Phase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553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Week 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91640" y="431596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Final Report Polish · PPT Creation · Viva Preparation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35240" y="435254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4B5563"/>
          </a:solidFill>
          <a:ln/>
        </p:spPr>
      </p:sp>
      <p:sp>
        <p:nvSpPr>
          <p:cNvPr id="38" name="Text 36"/>
          <p:cNvSpPr/>
          <p:nvPr/>
        </p:nvSpPr>
        <p:spPr>
          <a:xfrm>
            <a:off x="7635240" y="43525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UPCOMING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Essential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Task CRUD (title, desc, deadline,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priority, tags, status)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Subtasks support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579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Sort &amp; group tasks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5511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Time block association per task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Validate overlapping time blocks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Calendar view (weekly/monthly)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7307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Email/password authentication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41239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MongoDB local storage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45171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Audit trail (actions + timestamps)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914400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914400"/>
            <a:ext cx="283464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 Recommended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Guest mode (no login)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1764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LocalStorage → sync on login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21579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Assign tasks to collaborators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25511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Collaborator comments &amp; updates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9443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Drag &amp; drop interactions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PWA (desktop + Android)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914400"/>
            <a:ext cx="28346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914400"/>
            <a:ext cx="283464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Optional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Real-time updates (Socket.IO)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1764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Smart scheduling suggestions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21579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AI-assisted planning / NLP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25511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Cloud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Current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3977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Completed (12)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Requirements Gathering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6596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UML Diagrams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9476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Database Schema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357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UI Screens (wireframes)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5237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Registration Flow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8117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Email Verification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0998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Resend Verification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3878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Change 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Login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9639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Forgot Password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Backend Setup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5399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</a:rPr>
              <a:t>✓  Task CRUD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914400"/>
            <a:ext cx="2834640" cy="3977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914400"/>
            <a:ext cx="28346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⏳  In Progress (3)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</a:rPr>
              <a:t>⟳  Dashboard Structure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18562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</a:rPr>
              <a:t>⟳  UX Enhancements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2951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</a:rPr>
              <a:t>⟳  Bot Protection Planning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914400"/>
            <a:ext cx="2834640" cy="3977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914400"/>
            <a:ext cx="283464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🕐  Pending (9)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1371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Collaboration Features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Audit Trail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1579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Settings Page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46520" y="25511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Notifications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Recommended Requirements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3337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Optional Requirements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Full System Testing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41239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Final Report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45171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○  PPT + Viva Prep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Plans &amp; Key Milestones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78992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996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Now → May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Complete Remaining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03327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Dashboard, UX, Bot Protection, Collaboration, Audit Trail, Settings, Notifications, Guest Mode, Drag &amp; Drop, PWA, Full Testing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55648"/>
            <a:ext cx="109728" cy="6949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1792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May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Feature Freeze &amp; Code Complete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82880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essential + recommended features implemented and tested. Start final report write-up.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51176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51176"/>
            <a:ext cx="109728" cy="6949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670048"/>
            <a:ext cx="457200" cy="45720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May 5–10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2825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Final Report Polish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62432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Complete documentation, diagrams, evaluation results, and conclusions.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46704"/>
            <a:ext cx="109728" cy="6949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3465576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May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Early Completion Target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341985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Buffer period begins — time for refinement, QA, and presentation prep.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142232"/>
            <a:ext cx="859536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42232"/>
            <a:ext cx="109728" cy="69494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4261104"/>
            <a:ext cx="457200" cy="457200"/>
          </a:xfrm>
          <a:prstGeom prst="ellipse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178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May 20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Final Interview / Viva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421538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PPT presentation ready, system demo prepared, viva questions rehearsed.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45720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Questions welcome!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Kollimarla Sri Vaishnavi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sk1125@student.le.ac.uk  |  249058853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Supervisor: Dr Karim Mualla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</a:rPr>
              <a:t>Yet Another To-Do-List &amp; Task Management 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Yet Another To-Do-List and Task Management App</dc:title>
  <dc:subject>PptxGenJS Presentation</dc:subject>
  <dc:creator>PptxGenJS</dc:creator>
  <cp:lastModifiedBy>PptxGenJS</cp:lastModifiedBy>
  <cp:revision>1</cp:revision>
  <dcterms:created xsi:type="dcterms:W3CDTF">2026-04-14T05:56:51Z</dcterms:created>
  <dcterms:modified xsi:type="dcterms:W3CDTF">2026-04-14T05:56:51Z</dcterms:modified>
</cp:coreProperties>
</file>